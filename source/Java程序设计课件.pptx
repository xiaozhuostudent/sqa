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软件</a:t>
            </a:r>
            <a:r>
              <a:rPr lang="zh-CN" altLang="zh-CN"/>
              <a:t>测试</a:t>
            </a:r>
            <a:br>
              <a:rPr lang="zh-CN" altLang="zh-CN"/>
            </a:b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MDY5NmFjMmM4ZTljMGJiZDAxN2JmYTc0NGI0NmFiND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YOUR O²</cp:lastModifiedBy>
  <cp:revision>155</cp:revision>
  <dcterms:created xsi:type="dcterms:W3CDTF">2019-06-19T02:08:00Z</dcterms:created>
  <dcterms:modified xsi:type="dcterms:W3CDTF">2026-04-08T06:07:09Z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2714BC2042754196817988410A36725A</vt:lpwstr>
  </property>
</Properties>
</file>